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ee75509be84800" /><Relationship Type="http://schemas.openxmlformats.org/officeDocument/2006/relationships/extended-properties" Target="/docProps/app.xml" Id="R329384e785734f35" /><Relationship Type="http://schemas.openxmlformats.org/officeDocument/2006/relationships/officeDocument" Target="/ppt/presentation.xml" Id="R2b111e235db546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8fae4be9be4d1d"/>
  </p:sldMasterIdLst>
  <p:notesMasterIdLst>
    <p:notesMasterId xmlns:r="http://schemas.openxmlformats.org/officeDocument/2006/relationships" r:id="R2d166fc75db449ef"/>
  </p:notesMasterIdLst>
  <p:sldIdLst>
    <p:sldId xmlns:r="http://schemas.openxmlformats.org/officeDocument/2006/relationships" id="256" r:id="R57d7a324691f41f4"/>
    <p:sldId xmlns:r="http://schemas.openxmlformats.org/officeDocument/2006/relationships" id="257" r:id="R197ec3e29bc64792"/>
    <p:sldId xmlns:r="http://schemas.openxmlformats.org/officeDocument/2006/relationships" id="258" r:id="R7fc5ba36a0174d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75e136402d41b9" /><Relationship Type="http://schemas.openxmlformats.org/officeDocument/2006/relationships/slideMaster" Target="/ppt/slideMasters/slideMaster1.xml" Id="Rbc8fae4be9be4d1d" /><Relationship Type="http://schemas.openxmlformats.org/officeDocument/2006/relationships/notesMaster" Target="/ppt/notesMasters/notesMaster1.xml" Id="R2d166fc75db449ef" /><Relationship Type="http://schemas.openxmlformats.org/officeDocument/2006/relationships/presProps" Target="/ppt/presProps.xml" Id="R6db9757ebb6341ae" /><Relationship Type="http://schemas.openxmlformats.org/officeDocument/2006/relationships/tableStyles" Target="/ppt/tableStyles.xml" Id="R52f4e8f966e14b0c" /><Relationship Type="http://schemas.openxmlformats.org/officeDocument/2006/relationships/slide" Target="/ppt/slides/slide1.xml" Id="R57d7a324691f41f4" /><Relationship Type="http://schemas.openxmlformats.org/officeDocument/2006/relationships/slide" Target="/ppt/slides/slide2.xml" Id="R197ec3e29bc64792" /><Relationship Type="http://schemas.openxmlformats.org/officeDocument/2006/relationships/slide" Target="/ppt/slides/slide3.xml" Id="R7fc5ba36a0174d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5aedddb0af40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177852f92044b5" /><Relationship Type="http://schemas.openxmlformats.org/officeDocument/2006/relationships/notesMaster" Target="/ppt/notesMasters/notesMaster1.xml" Id="R7a4f312262324c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11632e37ad4eb8" /><Relationship Type="http://schemas.openxmlformats.org/officeDocument/2006/relationships/notesMaster" Target="/ppt/notesMasters/notesMaster1.xml" Id="R49b5b5b4a9434b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386dbbec0640e0" /><Relationship Type="http://schemas.openxmlformats.org/officeDocument/2006/relationships/notesMaster" Target="/ppt/notesMasters/notesMaster1.xml" Id="R16b8a96863aa44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50116ae20643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819455d36c4285" /><Relationship Type="http://schemas.openxmlformats.org/officeDocument/2006/relationships/slideLayout" Target="/ppt/slideLayouts/slideLayout1.xml" Id="R7c03b9c42f4e4b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03b9c42f4e4b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c7cd301454cfa" /><Relationship Type="http://schemas.openxmlformats.org/officeDocument/2006/relationships/notesSlide" Target="/ppt/notesSlides/notesSlide1.xml" Id="Rd1acfea7dae046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865d1e24a4e4c" /><Relationship Type="http://schemas.openxmlformats.org/officeDocument/2006/relationships/notesSlide" Target="/ppt/notesSlides/notesSlide2.xml" Id="R9bc0f2afd5fc46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884576b6d4713" /><Relationship Type="http://schemas.openxmlformats.org/officeDocument/2006/relationships/notesSlide" Target="/ppt/notesSlides/notesSlide3.xml" Id="R76ba5fea93bb47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query-kicker">
            <a:extLst xmlns:a="http://schemas.openxmlformats.org/drawingml/2006/main">
              <a:ext uri="{FF2B5EF4-FFF2-40B4-BE49-F238E27FC236}">
                <a16:creationId xmlns:a16="http://schemas.microsoft.com/office/drawing/2014/main" id="{2812BFFC-A936-4CFF-BC86-6F4326AF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FILE TRUY VẤN</a:t>
            </a:r>
          </a:p>
        </p:txBody>
      </p:sp>
      <p:sp>
        <p:nvSpPr>
          <p:cNvPr id="2" name="query-title">
            <a:extLst xmlns:a="http://schemas.openxmlformats.org/drawingml/2006/main">
              <a:ext uri="{FF2B5EF4-FFF2-40B4-BE49-F238E27FC236}">
                <a16:creationId xmlns:a16="http://schemas.microsoft.com/office/drawing/2014/main" id="{76FFFB81-9285-483E-917B-3E3DB1A2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857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F172A"/>
                </a:solidFill>
              </a:defRPr>
            </a:pPr>
            <a:r>
              <a:rPr sz="5100" b="1">
                <a:solidFill>
                  <a:srgbClr val="0F172A"/>
                </a:solidFill>
              </a:rPr>
              <a:t>Câu hỏi đồ thị</a:t>
            </a:r>
          </a:p>
          <a:p xmlns:a="http://schemas.openxmlformats.org/drawingml/2006/main">
            <a:pPr>
              <a:defRPr sz="5100" b="1">
                <a:solidFill>
                  <a:srgbClr val="0F172A"/>
                </a:solidFill>
              </a:defRPr>
            </a:pPr>
            <a:r>
              <a:rPr sz="5100" b="1">
                <a:solidFill>
                  <a:srgbClr val="0F172A"/>
                </a:solidFill>
              </a:rPr>
              <a:t>nhiều slide</a:t>
            </a:r>
          </a:p>
        </p:txBody>
      </p:sp>
      <p:sp>
        <p:nvSpPr>
          <p:cNvPr id="3" name="query-subtitle">
            <a:extLst xmlns:a="http://schemas.openxmlformats.org/drawingml/2006/main">
              <a:ext uri="{FF2B5EF4-FFF2-40B4-BE49-F238E27FC236}">
                <a16:creationId xmlns:a16="http://schemas.microsoft.com/office/drawing/2014/main" id="{A7803922-FC35-4957-9DF2-ABA039D0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475569"/>
                </a:solidFill>
              </a:defRPr>
            </a:pPr>
            <a:r>
              <a:rPr sz="2025">
                <a:solidFill>
                  <a:srgbClr val="475569"/>
                </a:solidFill>
              </a:rPr>
              <a:t>Chọn một vùng trên slide hiện tại để tìm tài liệu tương tự</a:t>
            </a:r>
          </a:p>
        </p:txBody>
      </p:sp>
    </p:spTree>
    <p:extLst>
      <p:ext uri="{BB962C8B-B14F-4D97-AF65-F5344CB8AC3E}">
        <p14:creationId xmlns:p14="http://schemas.microsoft.com/office/powerpoint/2010/main" val="4855962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2">
            <a:extLst xmlns:a="http://schemas.openxmlformats.org/drawingml/2006/main">
              <a:ext uri="{FF2B5EF4-FFF2-40B4-BE49-F238E27FC236}">
                <a16:creationId xmlns:a16="http://schemas.microsoft.com/office/drawing/2014/main" id="{16221C6F-A97D-4621-8324-944C6966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Câu hỏi 1 - đường đi ngắn nhất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314EC435-2597-4AFE-99AF-D9699516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2</a:t>
            </a:r>
          </a:p>
        </p:txBody>
      </p:sp>
      <p:sp>
        <p:nvSpPr>
          <p:cNvPr id="3" name="question-panel">
            <a:extLst xmlns:a="http://schemas.openxmlformats.org/drawingml/2006/main">
              <a:ext uri="{FF2B5EF4-FFF2-40B4-BE49-F238E27FC236}">
                <a16:creationId xmlns:a16="http://schemas.microsoft.com/office/drawing/2014/main" id="{719DAC14-838E-4AD9-B070-F9F3EAC1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question-dijkstra">
            <a:extLst xmlns:a="http://schemas.openxmlformats.org/drawingml/2006/main">
              <a:ext uri="{FF2B5EF4-FFF2-40B4-BE49-F238E27FC236}">
                <a16:creationId xmlns:a16="http://schemas.microsoft.com/office/drawing/2014/main" id="{2B733C00-FE15-4529-94C2-A0160C2E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38375"/>
            <a:ext cx="942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E3A8A"/>
                </a:solidFill>
              </a:defRPr>
            </a:pPr>
            <a:r>
              <a:rPr sz="2700" b="1">
                <a:solidFill>
                  <a:srgbClr val="1E3A8A"/>
                </a:solidFill>
              </a:rPr>
              <a:t>Vì sao thuật toán Dijkstra không thể bảo đảm kết quả đúng khi đồ thị chứa cạnh có trọng số âm?</a:t>
            </a:r>
          </a:p>
        </p:txBody>
      </p:sp>
      <p:sp>
        <p:nvSpPr>
          <p:cNvPr id="5" name="question-marker">
            <a:extLst xmlns:a="http://schemas.openxmlformats.org/drawingml/2006/main">
              <a:ext uri="{FF2B5EF4-FFF2-40B4-BE49-F238E27FC236}">
                <a16:creationId xmlns:a16="http://schemas.microsoft.com/office/drawing/2014/main" id="{5130B10C-CED8-49FC-8B80-DD7764A6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957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91C1C"/>
                </a:solidFill>
              </a:defRPr>
            </a:pPr>
            <a:r>
              <a:rPr sz="1500" b="1">
                <a:solidFill>
                  <a:srgbClr val="B91C1C"/>
                </a:solidFill>
              </a:rPr>
              <a:t>SF-QUERY-PPTX-DIJKSTRA</a:t>
            </a:r>
          </a:p>
        </p:txBody>
      </p:sp>
    </p:spTree>
    <p:extLst>
      <p:ext uri="{BB962C8B-B14F-4D97-AF65-F5344CB8AC3E}">
        <p14:creationId xmlns:p14="http://schemas.microsoft.com/office/powerpoint/2010/main" val="9152481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7B83EDF0-3064-4A52-B83E-D5A24F45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Câu hỏi 2 - chọn thuật toán phù hợp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BE58FF64-C365-4AC9-937A-B647C138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3</a:t>
            </a:r>
          </a:p>
        </p:txBody>
      </p:sp>
      <p:sp>
        <p:nvSpPr>
          <p:cNvPr id="3" name="compare-question">
            <a:extLst xmlns:a="http://schemas.openxmlformats.org/drawingml/2006/main">
              <a:ext uri="{FF2B5EF4-FFF2-40B4-BE49-F238E27FC236}">
                <a16:creationId xmlns:a16="http://schemas.microsoft.com/office/drawing/2014/main" id="{BF9C3BB2-5AC3-4AA7-9B30-57154B66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114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475569"/>
                </a:solidFill>
              </a:defRPr>
            </a:pPr>
            <a:r>
              <a:rPr sz="1875">
                <a:solidFill>
                  <a:srgbClr val="475569"/>
                </a:solidFill>
              </a:rPr>
              <a:t>Hãy chọn vùng của riêng một hàng trong bảng để tìm tài liệu giải thích thuật toán đó.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1143000" y="2238375"/>
          <a:ext xmlns:a="http://schemas.openxmlformats.org/drawingml/2006/main" cx="99060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14625"/>
                <a:gridCol w="4953000"/>
                <a:gridCol w="2238375"/>
              </a:tblGrid>
              <a:tr h="714375">
                <a:tc>
                  <a:txBody>
                    <a:bodyPr/>
                    <a:lstStyle/>
                    <a:p>
                      <a:r>
                        <a:rPr sz="1350" b="1"/>
                        <a:t>Tình huống</a:t>
                      </a:r>
                    </a:p>
                  </a:txBody>
                  <a:tcPr marL="91440" marR="91440" marT="45720" marB="4572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/>
                        <a:t>Câu hỏi</a:t>
                      </a:r>
                    </a:p>
                  </a:txBody>
                  <a:tcPr marL="91440" marR="91440" marT="45720" marB="4572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/>
                        <a:t>Mã vùng</a:t>
                      </a:r>
                    </a:p>
                  </a:txBody>
                  <a:tcPr marL="91440" marR="91440" marT="45720" marB="45720">
                    <a:solidFill>
                      <a:srgbClr val="DBEAFE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350"/>
                        <a:t>Đồ thị không trọng số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Thuật toán nào tìm đường ít cạnh nhất?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SF-Q-BFS</a:t>
                      </a:r>
                    </a:p>
                  </a:txBody>
                  <a:tcPr marL="91440" marR="91440" marT="45720" marB="45720"/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350"/>
                        <a:t>Cạnh không âm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Thuật toán nào dùng hàng đợi ưu tiên?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SF-Q-DIJKSTRA</a:t>
                      </a:r>
                    </a:p>
                  </a:txBody>
                  <a:tcPr marL="91440" marR="91440" marT="45720" marB="45720"/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350"/>
                        <a:t>Có cạnh âm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Thuật toán nào vẫn xử lý được?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SF-Q-BELLMAN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40361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2026-08-15T16:15:35.6040000Z</dcterms:created>
  <dcterms:modified xsi:type="dcterms:W3CDTF">2026-08-15T16:15:35.6040000Z</dcterms:modified>
</coreProperties>
</file>